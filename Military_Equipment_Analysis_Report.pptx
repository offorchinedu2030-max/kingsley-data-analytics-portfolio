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Military Equipment Distribution to Law Enforcement Agency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Dashboard Analysis Report</a:t>
            </a:r>
          </a:p>
          <a:p>
            <a:r>
              <a:t>Generated on 14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MILITARY EQUIPMENT SCREEN 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046720" cy="4818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dashboard provides insights into the distribution of military equipment to law enforcement agencies across different states, months, quarters, and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Quantity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r>
              <a:t>October recorded the highest quantity distributed, approaching 1 million units.</a:t>
            </a:r>
          </a:p>
          <a:p>
            <a:r>
              <a:t>Distribution levels were relatively low between January and September.</a:t>
            </a:r>
          </a:p>
          <a:p>
            <a:r>
              <a:t>A sharp increase in October may indicate large procurement or strategic deployment.</a:t>
            </a:r>
          </a:p>
          <a:p>
            <a:r>
              <a:t>November and December experienced a decline compared to October.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Cost Distribution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Observations:</a:t>
            </a:r>
          </a:p>
          <a:p>
            <a:r>
              <a:t>Washington (WA) recorded the highest total equipment cost.</a:t>
            </a:r>
          </a:p>
          <a:p>
            <a:r>
              <a:t>Wisconsin (WI) and West Virginia (WV) showed similar expenditure levels.</a:t>
            </a:r>
          </a:p>
          <a:p>
            <a:r>
              <a:t>Wyoming (WY) and Vermont (VT) had the lowest equipment cost allocations.</a:t>
            </a:r>
          </a:p>
          <a:p>
            <a:r>
              <a:t>The distribution suggests uneven allocation of resources across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Yearly Quantity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2011 had the highest quantity distribution at approximately 972K units.</a:t>
            </a:r>
          </a:p>
          <a:p>
            <a:r>
              <a:t>2012 experienced a significant reduction in quantity.</a:t>
            </a:r>
          </a:p>
          <a:p>
            <a:r>
              <a:t>2013 showed recovery with distribution increasing to approximately 680K units.</a:t>
            </a:r>
          </a:p>
          <a:p>
            <a:r>
              <a:t>The fluctuations indicate changes in procurement policy or operational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Quarterly Breakdown:</a:t>
            </a:r>
          </a:p>
          <a:p>
            <a:r>
              <a:t>Q4 represented the largest share of total costs at approximately 46.65%.</a:t>
            </a:r>
          </a:p>
          <a:p>
            <a:r>
              <a:t>Q3 accounted for nearly 25% of the total expenditure.</a:t>
            </a:r>
          </a:p>
          <a:p>
            <a:r>
              <a:t>Q1 had the lowest contribution at about 11.51%.</a:t>
            </a:r>
          </a:p>
          <a:p>
            <a:r>
              <a:t>Spending appears concentrated toward the end of the fiscal year.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Yearly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Findings:</a:t>
            </a:r>
          </a:p>
          <a:p>
            <a:r>
              <a:t>2011 recorded the highest total cost contribution at over 41%.</a:t>
            </a:r>
          </a:p>
          <a:p>
            <a:r>
              <a:t>2013 contributed approximately 36.59% of total costs.</a:t>
            </a:r>
          </a:p>
          <a:p>
            <a:r>
              <a:t>2012 represented the smallest share at around 22.05%.</a:t>
            </a:r>
          </a:p>
          <a:p>
            <a:r>
              <a:t>The data indicates that spending levels varied considerably across the years.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Recommendations:</a:t>
            </a:r>
          </a:p>
          <a:p>
            <a:r>
              <a:t>Investigate the reason behind the October distribution spike.</a:t>
            </a:r>
          </a:p>
          <a:p>
            <a:r>
              <a:t>Review states with low allocation to ensure operational adequacy.</a:t>
            </a:r>
          </a:p>
          <a:p>
            <a:r>
              <a:t>Implement balanced quarterly spending to avoid year-end concentration.</a:t>
            </a:r>
          </a:p>
          <a:p>
            <a:r>
              <a:t>Monitor annual procurement trends for improved forecasting and budgeting.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highlights significant variations in military equipment distribution by time period and geographic region. The analysis suggests strong year-end spending patterns and unequal state-level allocation, providing useful insights for strategic planning and resource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